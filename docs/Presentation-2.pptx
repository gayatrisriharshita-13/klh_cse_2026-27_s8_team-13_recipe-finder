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64" r:id="rId4"/>
    <p:sldId id="258" r:id="rId5"/>
    <p:sldId id="261" r:id="rId6"/>
    <p:sldId id="265" r:id="rId7"/>
    <p:sldId id="259" r:id="rId8"/>
    <p:sldId id="267" r:id="rId9"/>
    <p:sldId id="269" r:id="rId10"/>
    <p:sldId id="270" r:id="rId11"/>
    <p:sldId id="266" r:id="rId12"/>
    <p:sldId id="260" r:id="rId13"/>
    <p:sldId id="262" r:id="rId14"/>
    <p:sldId id="268"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9329273-4E92-4ED8-B99E-61280CA53EAE}" v="12" dt="2026-08-29T05:44:24.49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2941" autoAdjust="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luru Amulya" userId="7fc8dc66ed1a6efa" providerId="LiveId" clId="{CDB2F818-CA97-4B0E-911C-34A24FB06C3E}"/>
    <pc:docChg chg="custSel addSld modSld">
      <pc:chgData name="Alluru Amulya" userId="7fc8dc66ed1a6efa" providerId="LiveId" clId="{CDB2F818-CA97-4B0E-911C-34A24FB06C3E}" dt="2026-08-29T05:44:32.187" v="206" actId="20577"/>
      <pc:docMkLst>
        <pc:docMk/>
      </pc:docMkLst>
      <pc:sldChg chg="addSp delSp modSp mod">
        <pc:chgData name="Alluru Amulya" userId="7fc8dc66ed1a6efa" providerId="LiveId" clId="{CDB2F818-CA97-4B0E-911C-34A24FB06C3E}" dt="2026-08-29T05:44:32.187" v="206" actId="20577"/>
        <pc:sldMkLst>
          <pc:docMk/>
          <pc:sldMk cId="0" sldId="256"/>
        </pc:sldMkLst>
        <pc:spChg chg="mod">
          <ac:chgData name="Alluru Amulya" userId="7fc8dc66ed1a6efa" providerId="LiveId" clId="{CDB2F818-CA97-4B0E-911C-34A24FB06C3E}" dt="2026-08-26T05:58:13.997" v="24" actId="207"/>
          <ac:spMkLst>
            <pc:docMk/>
            <pc:sldMk cId="0" sldId="256"/>
            <ac:spMk id="2" creationId="{00000000-0000-0000-0000-000000000000}"/>
          </ac:spMkLst>
        </pc:spChg>
        <pc:spChg chg="mod">
          <ac:chgData name="Alluru Amulya" userId="7fc8dc66ed1a6efa" providerId="LiveId" clId="{CDB2F818-CA97-4B0E-911C-34A24FB06C3E}" dt="2026-08-29T05:44:32.187" v="206" actId="20577"/>
          <ac:spMkLst>
            <pc:docMk/>
            <pc:sldMk cId="0" sldId="256"/>
            <ac:spMk id="3" creationId="{00000000-0000-0000-0000-000000000000}"/>
          </ac:spMkLst>
        </pc:spChg>
      </pc:sldChg>
      <pc:sldChg chg="modSp mod">
        <pc:chgData name="Alluru Amulya" userId="7fc8dc66ed1a6efa" providerId="LiveId" clId="{CDB2F818-CA97-4B0E-911C-34A24FB06C3E}" dt="2026-08-26T16:39:22.914" v="121" actId="20577"/>
        <pc:sldMkLst>
          <pc:docMk/>
          <pc:sldMk cId="0" sldId="257"/>
        </pc:sldMkLst>
        <pc:spChg chg="mod">
          <ac:chgData name="Alluru Amulya" userId="7fc8dc66ed1a6efa" providerId="LiveId" clId="{CDB2F818-CA97-4B0E-911C-34A24FB06C3E}" dt="2026-08-26T16:39:22.914" v="121" actId="20577"/>
          <ac:spMkLst>
            <pc:docMk/>
            <pc:sldMk cId="0" sldId="257"/>
            <ac:spMk id="7" creationId="{1C70C049-38C4-198F-3181-AACE07DE24AE}"/>
          </ac:spMkLst>
        </pc:spChg>
      </pc:sldChg>
      <pc:sldChg chg="addSp modSp mod">
        <pc:chgData name="Alluru Amulya" userId="7fc8dc66ed1a6efa" providerId="LiveId" clId="{CDB2F818-CA97-4B0E-911C-34A24FB06C3E}" dt="2026-08-26T06:05:11.963" v="66" actId="1076"/>
        <pc:sldMkLst>
          <pc:docMk/>
          <pc:sldMk cId="0" sldId="258"/>
        </pc:sldMkLst>
        <pc:spChg chg="mod">
          <ac:chgData name="Alluru Amulya" userId="7fc8dc66ed1a6efa" providerId="LiveId" clId="{CDB2F818-CA97-4B0E-911C-34A24FB06C3E}" dt="2026-08-26T06:04:36.574" v="64" actId="1076"/>
          <ac:spMkLst>
            <pc:docMk/>
            <pc:sldMk cId="0" sldId="258"/>
            <ac:spMk id="2" creationId="{00000000-0000-0000-0000-000000000000}"/>
          </ac:spMkLst>
        </pc:spChg>
        <pc:spChg chg="mod">
          <ac:chgData name="Alluru Amulya" userId="7fc8dc66ed1a6efa" providerId="LiveId" clId="{CDB2F818-CA97-4B0E-911C-34A24FB06C3E}" dt="2026-08-26T06:04:36.574" v="64" actId="1076"/>
          <ac:spMkLst>
            <pc:docMk/>
            <pc:sldMk cId="0" sldId="258"/>
            <ac:spMk id="3" creationId="{00000000-0000-0000-0000-000000000000}"/>
          </ac:spMkLst>
        </pc:spChg>
        <pc:spChg chg="add mod">
          <ac:chgData name="Alluru Amulya" userId="7fc8dc66ed1a6efa" providerId="LiveId" clId="{CDB2F818-CA97-4B0E-911C-34A24FB06C3E}" dt="2026-08-26T06:05:11.963" v="66" actId="1076"/>
          <ac:spMkLst>
            <pc:docMk/>
            <pc:sldMk cId="0" sldId="258"/>
            <ac:spMk id="5" creationId="{7C9D84AA-C5A9-4938-0040-87735E646F5B}"/>
          </ac:spMkLst>
        </pc:spChg>
      </pc:sldChg>
      <pc:sldChg chg="addSp delSp modSp mod">
        <pc:chgData name="Alluru Amulya" userId="7fc8dc66ed1a6efa" providerId="LiveId" clId="{CDB2F818-CA97-4B0E-911C-34A24FB06C3E}" dt="2026-08-27T06:53:57.584" v="136"/>
        <pc:sldMkLst>
          <pc:docMk/>
          <pc:sldMk cId="0" sldId="259"/>
        </pc:sldMkLst>
        <pc:spChg chg="mod">
          <ac:chgData name="Alluru Amulya" userId="7fc8dc66ed1a6efa" providerId="LiveId" clId="{CDB2F818-CA97-4B0E-911C-34A24FB06C3E}" dt="2026-08-26T16:38:55.522" v="120" actId="1076"/>
          <ac:spMkLst>
            <pc:docMk/>
            <pc:sldMk cId="0" sldId="259"/>
            <ac:spMk id="2" creationId="{00000000-0000-0000-0000-000000000000}"/>
          </ac:spMkLst>
        </pc:spChg>
        <pc:spChg chg="mod">
          <ac:chgData name="Alluru Amulya" userId="7fc8dc66ed1a6efa" providerId="LiveId" clId="{CDB2F818-CA97-4B0E-911C-34A24FB06C3E}" dt="2026-08-26T16:38:55.522" v="120" actId="1076"/>
          <ac:spMkLst>
            <pc:docMk/>
            <pc:sldMk cId="0" sldId="259"/>
            <ac:spMk id="3" creationId="{00000000-0000-0000-0000-000000000000}"/>
          </ac:spMkLst>
        </pc:spChg>
        <pc:picChg chg="add mod">
          <ac:chgData name="Alluru Amulya" userId="7fc8dc66ed1a6efa" providerId="LiveId" clId="{CDB2F818-CA97-4B0E-911C-34A24FB06C3E}" dt="2026-08-26T15:56:50.537" v="109" actId="1076"/>
          <ac:picMkLst>
            <pc:docMk/>
            <pc:sldMk cId="0" sldId="259"/>
            <ac:picMk id="5" creationId="{176D001E-2FBF-9DD6-5E7B-5399FA4972D0}"/>
          </ac:picMkLst>
        </pc:picChg>
      </pc:sldChg>
      <pc:sldChg chg="addSp modSp mod">
        <pc:chgData name="Alluru Amulya" userId="7fc8dc66ed1a6efa" providerId="LiveId" clId="{CDB2F818-CA97-4B0E-911C-34A24FB06C3E}" dt="2026-08-26T06:11:14.273" v="93" actId="1076"/>
        <pc:sldMkLst>
          <pc:docMk/>
          <pc:sldMk cId="0" sldId="260"/>
        </pc:sldMkLst>
        <pc:spChg chg="mod">
          <ac:chgData name="Alluru Amulya" userId="7fc8dc66ed1a6efa" providerId="LiveId" clId="{CDB2F818-CA97-4B0E-911C-34A24FB06C3E}" dt="2026-08-26T06:11:14.273" v="93" actId="1076"/>
          <ac:spMkLst>
            <pc:docMk/>
            <pc:sldMk cId="0" sldId="260"/>
            <ac:spMk id="2" creationId="{00000000-0000-0000-0000-000000000000}"/>
          </ac:spMkLst>
        </pc:spChg>
        <pc:spChg chg="mod">
          <ac:chgData name="Alluru Amulya" userId="7fc8dc66ed1a6efa" providerId="LiveId" clId="{CDB2F818-CA97-4B0E-911C-34A24FB06C3E}" dt="2026-08-26T06:11:14.273" v="93" actId="1076"/>
          <ac:spMkLst>
            <pc:docMk/>
            <pc:sldMk cId="0" sldId="260"/>
            <ac:spMk id="3" creationId="{00000000-0000-0000-0000-000000000000}"/>
          </ac:spMkLst>
        </pc:spChg>
        <pc:spChg chg="add mod">
          <ac:chgData name="Alluru Amulya" userId="7fc8dc66ed1a6efa" providerId="LiveId" clId="{CDB2F818-CA97-4B0E-911C-34A24FB06C3E}" dt="2026-08-26T06:11:09.683" v="92" actId="123"/>
          <ac:spMkLst>
            <pc:docMk/>
            <pc:sldMk cId="0" sldId="260"/>
            <ac:spMk id="5" creationId="{0D4A74BE-B8C8-F930-E4DC-783DA100709D}"/>
          </ac:spMkLst>
        </pc:spChg>
      </pc:sldChg>
      <pc:sldChg chg="addSp modSp mod">
        <pc:chgData name="Alluru Amulya" userId="7fc8dc66ed1a6efa" providerId="LiveId" clId="{CDB2F818-CA97-4B0E-911C-34A24FB06C3E}" dt="2026-08-26T06:12:13.576" v="96" actId="1076"/>
        <pc:sldMkLst>
          <pc:docMk/>
          <pc:sldMk cId="0" sldId="261"/>
        </pc:sldMkLst>
        <pc:spChg chg="mod">
          <ac:chgData name="Alluru Amulya" userId="7fc8dc66ed1a6efa" providerId="LiveId" clId="{CDB2F818-CA97-4B0E-911C-34A24FB06C3E}" dt="2026-08-26T06:06:37.047" v="73" actId="1076"/>
          <ac:spMkLst>
            <pc:docMk/>
            <pc:sldMk cId="0" sldId="261"/>
            <ac:spMk id="2" creationId="{00000000-0000-0000-0000-000000000000}"/>
          </ac:spMkLst>
        </pc:spChg>
        <pc:spChg chg="mod">
          <ac:chgData name="Alluru Amulya" userId="7fc8dc66ed1a6efa" providerId="LiveId" clId="{CDB2F818-CA97-4B0E-911C-34A24FB06C3E}" dt="2026-08-26T06:06:37.047" v="73" actId="1076"/>
          <ac:spMkLst>
            <pc:docMk/>
            <pc:sldMk cId="0" sldId="261"/>
            <ac:spMk id="3" creationId="{00000000-0000-0000-0000-000000000000}"/>
          </ac:spMkLst>
        </pc:spChg>
        <pc:graphicFrameChg chg="add mod modGraphic">
          <ac:chgData name="Alluru Amulya" userId="7fc8dc66ed1a6efa" providerId="LiveId" clId="{CDB2F818-CA97-4B0E-911C-34A24FB06C3E}" dt="2026-08-26T06:12:13.576" v="96" actId="1076"/>
          <ac:graphicFrameMkLst>
            <pc:docMk/>
            <pc:sldMk cId="0" sldId="261"/>
            <ac:graphicFrameMk id="4" creationId="{679EE800-5FD5-8BFF-9A47-C592EC174083}"/>
          </ac:graphicFrameMkLst>
        </pc:graphicFrameChg>
      </pc:sldChg>
      <pc:sldChg chg="addSp modSp mod">
        <pc:chgData name="Alluru Amulya" userId="7fc8dc66ed1a6efa" providerId="LiveId" clId="{CDB2F818-CA97-4B0E-911C-34A24FB06C3E}" dt="2026-08-26T15:58:42.276" v="117" actId="1076"/>
        <pc:sldMkLst>
          <pc:docMk/>
          <pc:sldMk cId="0" sldId="262"/>
        </pc:sldMkLst>
        <pc:spChg chg="mod">
          <ac:chgData name="Alluru Amulya" userId="7fc8dc66ed1a6efa" providerId="LiveId" clId="{CDB2F818-CA97-4B0E-911C-34A24FB06C3E}" dt="2026-08-26T15:58:42.276" v="117" actId="1076"/>
          <ac:spMkLst>
            <pc:docMk/>
            <pc:sldMk cId="0" sldId="262"/>
            <ac:spMk id="3" creationId="{00000000-0000-0000-0000-000000000000}"/>
          </ac:spMkLst>
        </pc:spChg>
        <pc:spChg chg="mod">
          <ac:chgData name="Alluru Amulya" userId="7fc8dc66ed1a6efa" providerId="LiveId" clId="{CDB2F818-CA97-4B0E-911C-34A24FB06C3E}" dt="2026-08-26T15:58:42.276" v="117" actId="1076"/>
          <ac:spMkLst>
            <pc:docMk/>
            <pc:sldMk cId="0" sldId="262"/>
            <ac:spMk id="4" creationId="{00000000-0000-0000-0000-000000000000}"/>
          </ac:spMkLst>
        </pc:spChg>
        <pc:spChg chg="add mod">
          <ac:chgData name="Alluru Amulya" userId="7fc8dc66ed1a6efa" providerId="LiveId" clId="{CDB2F818-CA97-4B0E-911C-34A24FB06C3E}" dt="2026-08-26T15:58:37.861" v="116" actId="1076"/>
          <ac:spMkLst>
            <pc:docMk/>
            <pc:sldMk cId="0" sldId="262"/>
            <ac:spMk id="5" creationId="{804A255F-670E-E0D5-8C4F-D384699B5241}"/>
          </ac:spMkLst>
        </pc:spChg>
      </pc:sldChg>
      <pc:sldChg chg="addSp modSp mod">
        <pc:chgData name="Alluru Amulya" userId="7fc8dc66ed1a6efa" providerId="LiveId" clId="{CDB2F818-CA97-4B0E-911C-34A24FB06C3E}" dt="2026-08-26T05:59:22.491" v="48" actId="1076"/>
        <pc:sldMkLst>
          <pc:docMk/>
          <pc:sldMk cId="1672422596" sldId="264"/>
        </pc:sldMkLst>
        <pc:spChg chg="mod">
          <ac:chgData name="Alluru Amulya" userId="7fc8dc66ed1a6efa" providerId="LiveId" clId="{CDB2F818-CA97-4B0E-911C-34A24FB06C3E}" dt="2026-08-26T05:59:22.491" v="48" actId="1076"/>
          <ac:spMkLst>
            <pc:docMk/>
            <pc:sldMk cId="1672422596" sldId="264"/>
            <ac:spMk id="2" creationId="{00000000-0000-0000-0000-000000000000}"/>
          </ac:spMkLst>
        </pc:spChg>
        <pc:spChg chg="mod">
          <ac:chgData name="Alluru Amulya" userId="7fc8dc66ed1a6efa" providerId="LiveId" clId="{CDB2F818-CA97-4B0E-911C-34A24FB06C3E}" dt="2026-08-26T05:59:22.491" v="48" actId="1076"/>
          <ac:spMkLst>
            <pc:docMk/>
            <pc:sldMk cId="1672422596" sldId="264"/>
            <ac:spMk id="3" creationId="{00000000-0000-0000-0000-000000000000}"/>
          </ac:spMkLst>
        </pc:spChg>
        <pc:spChg chg="add mod">
          <ac:chgData name="Alluru Amulya" userId="7fc8dc66ed1a6efa" providerId="LiveId" clId="{CDB2F818-CA97-4B0E-911C-34A24FB06C3E}" dt="2026-08-26T05:58:59.276" v="44" actId="1076"/>
          <ac:spMkLst>
            <pc:docMk/>
            <pc:sldMk cId="1672422596" sldId="264"/>
            <ac:spMk id="5" creationId="{91727D9D-F3D1-A626-2BB4-15CF6D35F737}"/>
          </ac:spMkLst>
        </pc:spChg>
      </pc:sldChg>
      <pc:sldChg chg="addSp modSp mod">
        <pc:chgData name="Alluru Amulya" userId="7fc8dc66ed1a6efa" providerId="LiveId" clId="{CDB2F818-CA97-4B0E-911C-34A24FB06C3E}" dt="2026-08-26T16:11:00.804" v="119" actId="20578"/>
        <pc:sldMkLst>
          <pc:docMk/>
          <pc:sldMk cId="3441026644" sldId="265"/>
        </pc:sldMkLst>
        <pc:spChg chg="mod">
          <ac:chgData name="Alluru Amulya" userId="7fc8dc66ed1a6efa" providerId="LiveId" clId="{CDB2F818-CA97-4B0E-911C-34A24FB06C3E}" dt="2026-08-26T06:00:11.487" v="54" actId="1076"/>
          <ac:spMkLst>
            <pc:docMk/>
            <pc:sldMk cId="3441026644" sldId="265"/>
            <ac:spMk id="2" creationId="{00000000-0000-0000-0000-000000000000}"/>
          </ac:spMkLst>
        </pc:spChg>
        <pc:spChg chg="mod">
          <ac:chgData name="Alluru Amulya" userId="7fc8dc66ed1a6efa" providerId="LiveId" clId="{CDB2F818-CA97-4B0E-911C-34A24FB06C3E}" dt="2026-08-26T06:00:11.487" v="54" actId="1076"/>
          <ac:spMkLst>
            <pc:docMk/>
            <pc:sldMk cId="3441026644" sldId="265"/>
            <ac:spMk id="3" creationId="{00000000-0000-0000-0000-000000000000}"/>
          </ac:spMkLst>
        </pc:spChg>
        <pc:spChg chg="add mod">
          <ac:chgData name="Alluru Amulya" userId="7fc8dc66ed1a6efa" providerId="LiveId" clId="{CDB2F818-CA97-4B0E-911C-34A24FB06C3E}" dt="2026-08-26T16:11:00.804" v="119" actId="20578"/>
          <ac:spMkLst>
            <pc:docMk/>
            <pc:sldMk cId="3441026644" sldId="265"/>
            <ac:spMk id="5" creationId="{363F4D7D-A46A-25D7-1044-BABB891E0B8B}"/>
          </ac:spMkLst>
        </pc:spChg>
      </pc:sldChg>
      <pc:sldChg chg="addSp modSp mod">
        <pc:chgData name="Alluru Amulya" userId="7fc8dc66ed1a6efa" providerId="LiveId" clId="{CDB2F818-CA97-4B0E-911C-34A24FB06C3E}" dt="2026-08-26T06:07:56.530" v="82" actId="1076"/>
        <pc:sldMkLst>
          <pc:docMk/>
          <pc:sldMk cId="2292750904" sldId="266"/>
        </pc:sldMkLst>
        <pc:spChg chg="mod">
          <ac:chgData name="Alluru Amulya" userId="7fc8dc66ed1a6efa" providerId="LiveId" clId="{CDB2F818-CA97-4B0E-911C-34A24FB06C3E}" dt="2026-08-26T06:07:56.530" v="82" actId="1076"/>
          <ac:spMkLst>
            <pc:docMk/>
            <pc:sldMk cId="2292750904" sldId="266"/>
            <ac:spMk id="2" creationId="{00000000-0000-0000-0000-000000000000}"/>
          </ac:spMkLst>
        </pc:spChg>
        <pc:spChg chg="mod">
          <ac:chgData name="Alluru Amulya" userId="7fc8dc66ed1a6efa" providerId="LiveId" clId="{CDB2F818-CA97-4B0E-911C-34A24FB06C3E}" dt="2026-08-26T06:07:56.530" v="82" actId="1076"/>
          <ac:spMkLst>
            <pc:docMk/>
            <pc:sldMk cId="2292750904" sldId="266"/>
            <ac:spMk id="3" creationId="{00000000-0000-0000-0000-000000000000}"/>
          </ac:spMkLst>
        </pc:spChg>
        <pc:spChg chg="add mod">
          <ac:chgData name="Alluru Amulya" userId="7fc8dc66ed1a6efa" providerId="LiveId" clId="{CDB2F818-CA97-4B0E-911C-34A24FB06C3E}" dt="2026-08-26T06:07:49.167" v="81" actId="1076"/>
          <ac:spMkLst>
            <pc:docMk/>
            <pc:sldMk cId="2292750904" sldId="266"/>
            <ac:spMk id="5" creationId="{4CE6F2A2-89B1-EFF9-1CA3-BC4073EDA41D}"/>
          </ac:spMkLst>
        </pc:spChg>
      </pc:sldChg>
      <pc:sldChg chg="addSp delSp modSp mod">
        <pc:chgData name="Alluru Amulya" userId="7fc8dc66ed1a6efa" providerId="LiveId" clId="{CDB2F818-CA97-4B0E-911C-34A24FB06C3E}" dt="2026-08-29T05:43:14.099" v="197" actId="1076"/>
        <pc:sldMkLst>
          <pc:docMk/>
          <pc:sldMk cId="106092222" sldId="267"/>
        </pc:sldMkLst>
        <pc:spChg chg="mod">
          <ac:chgData name="Alluru Amulya" userId="7fc8dc66ed1a6efa" providerId="LiveId" clId="{CDB2F818-CA97-4B0E-911C-34A24FB06C3E}" dt="2026-08-26T06:15:48.076" v="104" actId="1076"/>
          <ac:spMkLst>
            <pc:docMk/>
            <pc:sldMk cId="106092222" sldId="267"/>
            <ac:spMk id="2" creationId="{00000000-0000-0000-0000-000000000000}"/>
          </ac:spMkLst>
        </pc:spChg>
        <pc:spChg chg="mod">
          <ac:chgData name="Alluru Amulya" userId="7fc8dc66ed1a6efa" providerId="LiveId" clId="{CDB2F818-CA97-4B0E-911C-34A24FB06C3E}" dt="2026-08-26T06:15:48.076" v="104" actId="1076"/>
          <ac:spMkLst>
            <pc:docMk/>
            <pc:sldMk cId="106092222" sldId="267"/>
            <ac:spMk id="3" creationId="{00000000-0000-0000-0000-000000000000}"/>
          </ac:spMkLst>
        </pc:spChg>
        <pc:spChg chg="add del mod">
          <ac:chgData name="Alluru Amulya" userId="7fc8dc66ed1a6efa" providerId="LiveId" clId="{CDB2F818-CA97-4B0E-911C-34A24FB06C3E}" dt="2026-08-29T05:37:14.150" v="139" actId="21"/>
          <ac:spMkLst>
            <pc:docMk/>
            <pc:sldMk cId="106092222" sldId="267"/>
            <ac:spMk id="5" creationId="{1947DA9E-02F1-146A-58B4-F94604D4DFC4}"/>
          </ac:spMkLst>
        </pc:spChg>
        <pc:picChg chg="add mod">
          <ac:chgData name="Alluru Amulya" userId="7fc8dc66ed1a6efa" providerId="LiveId" clId="{CDB2F818-CA97-4B0E-911C-34A24FB06C3E}" dt="2026-08-29T05:43:10.959" v="195" actId="1076"/>
          <ac:picMkLst>
            <pc:docMk/>
            <pc:sldMk cId="106092222" sldId="267"/>
            <ac:picMk id="6" creationId="{8F1E0718-BD19-2DE8-58AB-F180E8527995}"/>
          </ac:picMkLst>
        </pc:picChg>
        <pc:picChg chg="add mod">
          <ac:chgData name="Alluru Amulya" userId="7fc8dc66ed1a6efa" providerId="LiveId" clId="{CDB2F818-CA97-4B0E-911C-34A24FB06C3E}" dt="2026-08-29T05:43:12.768" v="196" actId="1076"/>
          <ac:picMkLst>
            <pc:docMk/>
            <pc:sldMk cId="106092222" sldId="267"/>
            <ac:picMk id="8" creationId="{C8DDA6BC-53BE-BF0A-6CBC-FB1D460B56D6}"/>
          </ac:picMkLst>
        </pc:picChg>
        <pc:picChg chg="add mod">
          <ac:chgData name="Alluru Amulya" userId="7fc8dc66ed1a6efa" providerId="LiveId" clId="{CDB2F818-CA97-4B0E-911C-34A24FB06C3E}" dt="2026-08-29T05:43:14.099" v="197" actId="1076"/>
          <ac:picMkLst>
            <pc:docMk/>
            <pc:sldMk cId="106092222" sldId="267"/>
            <ac:picMk id="10" creationId="{53B6B32C-05C9-C880-C061-9D49B2E7CBEC}"/>
          </ac:picMkLst>
        </pc:picChg>
      </pc:sldChg>
      <pc:sldChg chg="modSp mod">
        <pc:chgData name="Alluru Amulya" userId="7fc8dc66ed1a6efa" providerId="LiveId" clId="{CDB2F818-CA97-4B0E-911C-34A24FB06C3E}" dt="2026-08-26T16:40:06.628" v="122" actId="1076"/>
        <pc:sldMkLst>
          <pc:docMk/>
          <pc:sldMk cId="1313543476" sldId="268"/>
        </pc:sldMkLst>
        <pc:spChg chg="mod">
          <ac:chgData name="Alluru Amulya" userId="7fc8dc66ed1a6efa" providerId="LiveId" clId="{CDB2F818-CA97-4B0E-911C-34A24FB06C3E}" dt="2026-08-26T16:40:06.628" v="122" actId="1076"/>
          <ac:spMkLst>
            <pc:docMk/>
            <pc:sldMk cId="1313543476" sldId="268"/>
            <ac:spMk id="3" creationId="{00000000-0000-0000-0000-000000000000}"/>
          </ac:spMkLst>
        </pc:spChg>
      </pc:sldChg>
      <pc:sldChg chg="addSp delSp modSp new mod">
        <pc:chgData name="Alluru Amulya" userId="7fc8dc66ed1a6efa" providerId="LiveId" clId="{CDB2F818-CA97-4B0E-911C-34A24FB06C3E}" dt="2026-08-29T05:43:21.407" v="199" actId="14100"/>
        <pc:sldMkLst>
          <pc:docMk/>
          <pc:sldMk cId="1867992867" sldId="269"/>
        </pc:sldMkLst>
        <pc:picChg chg="add del mod">
          <ac:chgData name="Alluru Amulya" userId="7fc8dc66ed1a6efa" providerId="LiveId" clId="{CDB2F818-CA97-4B0E-911C-34A24FB06C3E}" dt="2026-08-29T05:40:30.163" v="159" actId="478"/>
          <ac:picMkLst>
            <pc:docMk/>
            <pc:sldMk cId="1867992867" sldId="269"/>
            <ac:picMk id="3" creationId="{74E74B3D-49FB-6F2F-AB56-317BFDD17905}"/>
          </ac:picMkLst>
        </pc:picChg>
        <pc:picChg chg="add mod">
          <ac:chgData name="Alluru Amulya" userId="7fc8dc66ed1a6efa" providerId="LiveId" clId="{CDB2F818-CA97-4B0E-911C-34A24FB06C3E}" dt="2026-08-29T05:43:17.446" v="198" actId="1076"/>
          <ac:picMkLst>
            <pc:docMk/>
            <pc:sldMk cId="1867992867" sldId="269"/>
            <ac:picMk id="5" creationId="{05095D0D-67A9-3D7B-954B-665C3585F1D6}"/>
          </ac:picMkLst>
        </pc:picChg>
        <pc:picChg chg="add mod">
          <ac:chgData name="Alluru Amulya" userId="7fc8dc66ed1a6efa" providerId="LiveId" clId="{CDB2F818-CA97-4B0E-911C-34A24FB06C3E}" dt="2026-08-29T05:43:21.407" v="199" actId="14100"/>
          <ac:picMkLst>
            <pc:docMk/>
            <pc:sldMk cId="1867992867" sldId="269"/>
            <ac:picMk id="7" creationId="{8DD40AED-6F5E-42E4-63C2-CAF14D4035F8}"/>
          </ac:picMkLst>
        </pc:picChg>
        <pc:picChg chg="add del mod">
          <ac:chgData name="Alluru Amulya" userId="7fc8dc66ed1a6efa" providerId="LiveId" clId="{CDB2F818-CA97-4B0E-911C-34A24FB06C3E}" dt="2026-08-29T05:41:50.677" v="170" actId="478"/>
          <ac:picMkLst>
            <pc:docMk/>
            <pc:sldMk cId="1867992867" sldId="269"/>
            <ac:picMk id="9" creationId="{995CE988-13E8-AE54-4FA3-7892A0417903}"/>
          </ac:picMkLst>
        </pc:picChg>
      </pc:sldChg>
      <pc:sldChg chg="addSp modSp new mod">
        <pc:chgData name="Alluru Amulya" userId="7fc8dc66ed1a6efa" providerId="LiveId" clId="{CDB2F818-CA97-4B0E-911C-34A24FB06C3E}" dt="2026-08-29T05:43:30.961" v="202" actId="1076"/>
        <pc:sldMkLst>
          <pc:docMk/>
          <pc:sldMk cId="2363497743" sldId="270"/>
        </pc:sldMkLst>
        <pc:picChg chg="add mod">
          <ac:chgData name="Alluru Amulya" userId="7fc8dc66ed1a6efa" providerId="LiveId" clId="{CDB2F818-CA97-4B0E-911C-34A24FB06C3E}" dt="2026-08-29T05:43:29.623" v="201" actId="1076"/>
          <ac:picMkLst>
            <pc:docMk/>
            <pc:sldMk cId="2363497743" sldId="270"/>
            <ac:picMk id="3" creationId="{FCBB99B6-1DB3-AB7F-0FB4-F5AB1867FF5E}"/>
          </ac:picMkLst>
        </pc:picChg>
        <pc:picChg chg="add mod">
          <ac:chgData name="Alluru Amulya" userId="7fc8dc66ed1a6efa" providerId="LiveId" clId="{CDB2F818-CA97-4B0E-911C-34A24FB06C3E}" dt="2026-08-29T05:43:30.961" v="202" actId="1076"/>
          <ac:picMkLst>
            <pc:docMk/>
            <pc:sldMk cId="2363497743" sldId="270"/>
            <ac:picMk id="5" creationId="{405A3215-3A3B-AF07-1AA0-498F844EB7E9}"/>
          </ac:picMkLst>
        </pc:picChg>
        <pc:picChg chg="add mod">
          <ac:chgData name="Alluru Amulya" userId="7fc8dc66ed1a6efa" providerId="LiveId" clId="{CDB2F818-CA97-4B0E-911C-34A24FB06C3E}" dt="2026-08-29T05:42:39.765" v="184" actId="1076"/>
          <ac:picMkLst>
            <pc:docMk/>
            <pc:sldMk cId="2363497743" sldId="270"/>
            <ac:picMk id="7" creationId="{28576295-0065-416D-68DB-E312A33D22B3}"/>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8/29/2026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8/29/2026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8/29/2026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8/29/2026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8/29/2026</a:t>
            </a:fld>
            <a:endParaRPr 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8/29/2026</a:t>
            </a:fld>
            <a:endParaRPr 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8/29/2026</a:t>
            </a:fld>
            <a:endParaRPr 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8/29/2026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8/29/2026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8/29/2026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8/29/2026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2">
            <a:lumMod val="20000"/>
            <a:lumOff val="80000"/>
            <a:alpha val="10000"/>
          </a:schemeClr>
        </a:solidFill>
        <a:effectLst/>
      </p:bgPr>
    </p:bg>
    <p:spTree>
      <p:nvGrpSpPr>
        <p:cNvPr id="1" name=""/>
        <p:cNvGrpSpPr/>
        <p:nvPr/>
      </p:nvGrpSpPr>
      <p:grpSpPr>
        <a:xfrm>
          <a:off x="0" y="0"/>
          <a:ext cx="0" cy="0"/>
          <a:chOff x="0" y="0"/>
          <a:chExt cx="0" cy="0"/>
        </a:xfrm>
      </p:grpSpPr>
      <p:pic>
        <p:nvPicPr>
          <p:cNvPr id="7" name="Picture 11" descr="KL University Hyderabad"/>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44450"/>
            <a:ext cx="2101850" cy="90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userDrawn="1"/>
        </p:nvSpPr>
        <p:spPr>
          <a:xfrm>
            <a:off x="0" y="6811963"/>
            <a:ext cx="12192000" cy="46037"/>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p:cNvSpPr/>
          <p:nvPr userDrawn="1"/>
        </p:nvSpPr>
        <p:spPr>
          <a:xfrm>
            <a:off x="0" y="0"/>
            <a:ext cx="12192000" cy="46038"/>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0" name="Picture 6" descr="Background pattern&#10;&#10;Description automatically generated"/>
          <p:cNvPicPr>
            <a:picLocks noChangeAspect="1" noChangeArrowheads="1"/>
          </p:cNvPicPr>
          <p:nvPr userDrawn="1"/>
        </p:nvPicPr>
        <p:blipFill>
          <a:blip r:embed="rId1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0" y="0"/>
            <a:ext cx="3003550" cy="300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61938" y="1027775"/>
            <a:ext cx="9144000" cy="2316702"/>
          </a:xfrm>
        </p:spPr>
        <p:txBody>
          <a:bodyPr/>
          <a:lstStyle/>
          <a:p>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sz="4000" b="1" dirty="0">
                <a:solidFill>
                  <a:srgbClr val="C00000"/>
                </a:solidFill>
                <a:latin typeface="+mn-lt"/>
              </a:rPr>
            </a:br>
            <a:r>
              <a:rPr lang="en-US" sz="4000" b="1" dirty="0">
                <a:solidFill>
                  <a:srgbClr val="C00000"/>
                </a:solidFill>
                <a:latin typeface="+mn-lt"/>
              </a:rPr>
              <a:t>Data Structures and Algorithms -3 (25CS2103E)</a:t>
            </a:r>
            <a:br>
              <a:rPr lang="en-US" sz="4000" b="1" dirty="0">
                <a:solidFill>
                  <a:srgbClr val="C00000"/>
                </a:solidFill>
                <a:latin typeface="+mn-lt"/>
              </a:rPr>
            </a:br>
            <a:br>
              <a:rPr lang="en-US" sz="4000" b="1" dirty="0">
                <a:solidFill>
                  <a:srgbClr val="C00000"/>
                </a:solidFill>
                <a:latin typeface="+mn-lt"/>
              </a:rPr>
            </a:br>
            <a:r>
              <a:rPr lang="en-IN" sz="3200" b="1" dirty="0">
                <a:solidFill>
                  <a:srgbClr val="C00000"/>
                </a:solidFill>
                <a:latin typeface="Times New Roman" panose="02020603050405020304" pitchFamily="18" charset="0"/>
                <a:cs typeface="Times New Roman" panose="02020603050405020304" pitchFamily="18" charset="0"/>
              </a:rPr>
              <a:t>Smart Recipe Discovery System Using                    Ingredients &amp; Keywords</a:t>
            </a:r>
            <a:endParaRPr lang="en-US" sz="3200" b="1" dirty="0">
              <a:solidFill>
                <a:srgbClr val="C00000"/>
              </a:solidFill>
              <a:latin typeface="+mn-lt"/>
            </a:endParaRPr>
          </a:p>
        </p:txBody>
      </p:sp>
      <p:sp>
        <p:nvSpPr>
          <p:cNvPr id="3" name="Subtitle 2"/>
          <p:cNvSpPr>
            <a:spLocks noGrp="1"/>
          </p:cNvSpPr>
          <p:nvPr>
            <p:ph type="subTitle" idx="1"/>
          </p:nvPr>
        </p:nvSpPr>
        <p:spPr>
          <a:xfrm>
            <a:off x="4270160" y="3513524"/>
            <a:ext cx="4551284" cy="1396014"/>
          </a:xfrm>
        </p:spPr>
        <p:txBody>
          <a:bodyPr/>
          <a:lstStyle/>
          <a:p>
            <a:r>
              <a:rPr lang="en-IN" sz="1800" dirty="0"/>
              <a:t>2520030032-A.AMULYA</a:t>
            </a:r>
          </a:p>
          <a:p>
            <a:r>
              <a:rPr lang="en-IN" sz="1800" dirty="0"/>
              <a:t>2520030600-CH.GAYATRI SRI HARSHITA</a:t>
            </a:r>
          </a:p>
          <a:p>
            <a:r>
              <a:rPr lang="en-IN" sz="1800" dirty="0"/>
              <a:t>2520030154-P.BHAVANA MANASWINI</a:t>
            </a:r>
          </a:p>
          <a:p>
            <a:pPr marL="171450" algn="ctr">
              <a:lnSpc>
                <a:spcPct val="107000"/>
              </a:lnSpc>
              <a:spcAft>
                <a:spcPts val="800"/>
              </a:spcAft>
            </a:pPr>
            <a:endParaRPr lang="en-US" sz="1800"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endParaRPr>
          </a:p>
          <a:p>
            <a:pPr marL="171450" algn="ctr">
              <a:lnSpc>
                <a:spcPct val="107000"/>
              </a:lnSpc>
              <a:spcAft>
                <a:spcPts val="800"/>
              </a:spcAft>
            </a:pPr>
            <a:r>
              <a:rPr lang="en-US" sz="1800"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rPr>
              <a:t>Under the Esteemed Guidance of</a:t>
            </a:r>
            <a:endParaRPr lang="en-US" dirty="0">
              <a:solidFill>
                <a:srgbClr val="0070C0"/>
              </a:solidFill>
            </a:endParaRPr>
          </a:p>
          <a:p>
            <a:r>
              <a:rPr lang="en-US" b="1" dirty="0">
                <a:solidFill>
                  <a:srgbClr val="C00000"/>
                </a:solidFill>
              </a:rPr>
              <a:t>Dr. V. </a:t>
            </a:r>
            <a:r>
              <a:rPr lang="en-US" b="1">
                <a:solidFill>
                  <a:srgbClr val="C00000"/>
                </a:solidFill>
              </a:rPr>
              <a:t>Sireesha</a:t>
            </a:r>
          </a:p>
          <a:p>
            <a:r>
              <a:rPr lang="en-US" b="1">
                <a:solidFill>
                  <a:srgbClr val="C00000"/>
                </a:solidFill>
              </a:rPr>
              <a:t>Professor</a:t>
            </a:r>
            <a:r>
              <a:rPr lang="en-US" b="1" dirty="0">
                <a:solidFill>
                  <a:srgbClr val="C00000"/>
                </a:solidFill>
              </a:rPr>
              <a:t>, Department of CSE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C70C049-38C4-198F-3181-AACE07DE24AE}"/>
              </a:ext>
            </a:extLst>
          </p:cNvPr>
          <p:cNvSpPr txBox="1"/>
          <p:nvPr/>
        </p:nvSpPr>
        <p:spPr>
          <a:xfrm>
            <a:off x="3736109" y="806448"/>
            <a:ext cx="6936386" cy="5455981"/>
          </a:xfrm>
          <a:prstGeom prst="rect">
            <a:avLst/>
          </a:prstGeom>
          <a:noFill/>
        </p:spPr>
        <p:txBody>
          <a:bodyPr wrap="none" rtlCol="0">
            <a:spAutoFit/>
          </a:bodyPr>
          <a:lstStyle/>
          <a:p>
            <a:pPr marL="457200" indent="-457200" algn="l" rtl="0" eaLnBrk="1" fontAlgn="t" latinLnBrk="0" hangingPunct="1">
              <a:lnSpc>
                <a:spcPct val="150000"/>
              </a:lnSpc>
              <a:spcBef>
                <a:spcPts val="0"/>
              </a:spcBef>
              <a:spcAft>
                <a:spcPts val="0"/>
              </a:spcAft>
              <a:buFont typeface="Arial" panose="020B0604020202020204" pitchFamily="34" charset="0"/>
              <a:buChar char="•"/>
            </a:pPr>
            <a:r>
              <a:rPr lang="en-US" sz="3200" b="0" i="0" u="none" strike="noStrike" kern="1200" dirty="0">
                <a:solidFill>
                  <a:srgbClr val="000000"/>
                </a:solidFill>
                <a:effectLst/>
                <a:latin typeface="Calibri" panose="020F0502020204030204" pitchFamily="34" charset="0"/>
              </a:rPr>
              <a:t>Abstract</a:t>
            </a:r>
          </a:p>
          <a:p>
            <a:pPr marL="457200" indent="-457200" algn="l" rtl="0" eaLnBrk="1" fontAlgn="t" latinLnBrk="0" hangingPunct="1">
              <a:lnSpc>
                <a:spcPct val="150000"/>
              </a:lnSpc>
              <a:spcBef>
                <a:spcPts val="0"/>
              </a:spcBef>
              <a:spcAft>
                <a:spcPts val="0"/>
              </a:spcAft>
              <a:buFont typeface="Arial" panose="020B0604020202020204" pitchFamily="34" charset="0"/>
              <a:buChar char="•"/>
            </a:pPr>
            <a:r>
              <a:rPr lang="en-US" sz="3200" b="0" i="0" u="none" strike="noStrike" kern="1200" dirty="0">
                <a:solidFill>
                  <a:srgbClr val="000000"/>
                </a:solidFill>
                <a:effectLst/>
                <a:latin typeface="Calibri" panose="020F0502020204030204" pitchFamily="34" charset="0"/>
              </a:rPr>
              <a:t>Introduction</a:t>
            </a:r>
            <a:endParaRPr lang="en-IN" sz="3200" b="0" i="0" u="none" strike="noStrike" dirty="0">
              <a:effectLst/>
              <a:latin typeface="Arial" panose="020B0604020202020204" pitchFamily="34" charset="0"/>
            </a:endParaRPr>
          </a:p>
          <a:p>
            <a:pPr marL="457200" indent="-457200" algn="l" rtl="0" eaLnBrk="1" fontAlgn="t" latinLnBrk="0" hangingPunct="1">
              <a:lnSpc>
                <a:spcPct val="150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Literature survey</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Problem Statement and Objectives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Hardware and Software requirements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Results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Conclusion </a:t>
            </a: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Future Scope </a:t>
            </a:r>
            <a:endParaRPr lang="en-IN" sz="3200" b="0" i="0" u="none" strike="noStrike" dirty="0">
              <a:effectLst/>
              <a:latin typeface="Arial" panose="020B0604020202020204" pitchFamily="34" charset="0"/>
            </a:endParaRPr>
          </a:p>
        </p:txBody>
      </p:sp>
      <p:sp>
        <p:nvSpPr>
          <p:cNvPr id="8" name="Rectangle: Rounded Corners 7">
            <a:extLst>
              <a:ext uri="{FF2B5EF4-FFF2-40B4-BE49-F238E27FC236}">
                <a16:creationId xmlns:a16="http://schemas.microsoft.com/office/drawing/2014/main" id="{3EAC2F32-24D5-FDE9-EB0F-31C7733C95E6}"/>
              </a:ext>
            </a:extLst>
          </p:cNvPr>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CCA499C0-FC38-6642-1E16-B8CFFC9C9314}"/>
              </a:ext>
            </a:extLst>
          </p:cNvPr>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Contents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869423" y="697534"/>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44097" y="634010"/>
            <a:ext cx="6903805" cy="584775"/>
          </a:xfrm>
          <a:prstGeom prst="rect">
            <a:avLst/>
          </a:prstGeom>
          <a:noFill/>
        </p:spPr>
        <p:txBody>
          <a:bodyPr wrap="square" rtlCol="0">
            <a:spAutoFit/>
          </a:bodyPr>
          <a:lstStyle/>
          <a:p>
            <a:pPr algn="ctr"/>
            <a:r>
              <a:rPr lang="en-US" sz="3200" b="1" dirty="0">
                <a:solidFill>
                  <a:schemeClr val="bg1"/>
                </a:solidFill>
              </a:rPr>
              <a:t>Abstract</a:t>
            </a:r>
          </a:p>
        </p:txBody>
      </p:sp>
      <p:sp>
        <p:nvSpPr>
          <p:cNvPr id="5" name="TextBox 4">
            <a:extLst>
              <a:ext uri="{FF2B5EF4-FFF2-40B4-BE49-F238E27FC236}">
                <a16:creationId xmlns:a16="http://schemas.microsoft.com/office/drawing/2014/main" id="{91727D9D-F3D1-A626-2BB4-15CF6D35F737}"/>
              </a:ext>
            </a:extLst>
          </p:cNvPr>
          <p:cNvSpPr txBox="1"/>
          <p:nvPr/>
        </p:nvSpPr>
        <p:spPr>
          <a:xfrm>
            <a:off x="622817" y="1648944"/>
            <a:ext cx="11096431" cy="4154984"/>
          </a:xfrm>
          <a:prstGeom prst="rect">
            <a:avLst/>
          </a:prstGeom>
          <a:noFill/>
        </p:spPr>
        <p:txBody>
          <a:bodyPr wrap="square">
            <a:spAutoFit/>
          </a:bodyPr>
          <a:lstStyle/>
          <a:p>
            <a:pPr marL="0" indent="0" algn="just">
              <a:buNone/>
            </a:pPr>
            <a:r>
              <a:rPr lang="en-IN" sz="2400" dirty="0">
                <a:latin typeface="Times New Roman" panose="02020603050405020304" pitchFamily="18" charset="0"/>
                <a:cs typeface="Times New Roman" panose="02020603050405020304" pitchFamily="18" charset="0"/>
              </a:rPr>
              <a:t>In today’s fast-paced lifestyle, deciding what to cook using the ingredients available at home has become a common challenge. Most existing recipe platforms require users to search by exact dish names, which is often inconvenient and time-consuming. This limitation leads to inefficient use of ingredients, increased food wastage, and difficulty in making quick cooking decisions.</a:t>
            </a:r>
          </a:p>
          <a:p>
            <a:pPr marL="0" indent="0" algn="just">
              <a:buNone/>
            </a:pPr>
            <a:r>
              <a:rPr lang="en-IN" sz="2400" dirty="0">
                <a:latin typeface="Times New Roman" panose="02020603050405020304" pitchFamily="18" charset="0"/>
                <a:cs typeface="Times New Roman" panose="02020603050405020304" pitchFamily="18" charset="0"/>
              </a:rPr>
              <a:t>The Smart Recipe Discovery System addresses this problem by enabling users to search for recipes based on available ingredients or simple keywords. The system processes user inputs to generate relevant and filtered recipe suggestions, along with options based on cuisine, preparation time, and dietary preferences. By simplifying the search process and improving accessibility, the system helps users save time, reduce wastage, and make smarter everyday cooking choices.</a:t>
            </a:r>
          </a:p>
        </p:txBody>
      </p:sp>
    </p:spTree>
    <p:extLst>
      <p:ext uri="{BB962C8B-B14F-4D97-AF65-F5344CB8AC3E}">
        <p14:creationId xmlns:p14="http://schemas.microsoft.com/office/powerpoint/2010/main" val="16724225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851187" y="464269"/>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456729"/>
            <a:ext cx="6871855" cy="584775"/>
          </a:xfrm>
          <a:prstGeom prst="rect">
            <a:avLst/>
          </a:prstGeom>
          <a:noFill/>
        </p:spPr>
        <p:txBody>
          <a:bodyPr wrap="square" rtlCol="0">
            <a:spAutoFit/>
          </a:bodyPr>
          <a:lstStyle/>
          <a:p>
            <a:pPr algn="ctr"/>
            <a:r>
              <a:rPr lang="en-US" sz="3200" b="1" dirty="0">
                <a:solidFill>
                  <a:schemeClr val="bg1"/>
                </a:solidFill>
              </a:rPr>
              <a:t>Introduction</a:t>
            </a:r>
          </a:p>
        </p:txBody>
      </p:sp>
      <p:sp>
        <p:nvSpPr>
          <p:cNvPr id="5" name="TextBox 4">
            <a:extLst>
              <a:ext uri="{FF2B5EF4-FFF2-40B4-BE49-F238E27FC236}">
                <a16:creationId xmlns:a16="http://schemas.microsoft.com/office/drawing/2014/main" id="{7C9D84AA-C5A9-4938-0040-87735E646F5B}"/>
              </a:ext>
            </a:extLst>
          </p:cNvPr>
          <p:cNvSpPr txBox="1"/>
          <p:nvPr/>
        </p:nvSpPr>
        <p:spPr>
          <a:xfrm>
            <a:off x="982824" y="1473293"/>
            <a:ext cx="10226351" cy="4154984"/>
          </a:xfrm>
          <a:prstGeom prst="rect">
            <a:avLst/>
          </a:prstGeom>
          <a:noFill/>
        </p:spPr>
        <p:txBody>
          <a:bodyPr wrap="square">
            <a:spAutoFit/>
          </a:bodyPr>
          <a:lstStyle/>
          <a:p>
            <a:r>
              <a:rPr lang="en-US" sz="2200" dirty="0"/>
              <a:t>Recipe discovery can be challenging when users have ingredients available at home but are unsure what to prepare. Traditional recipe platforms often require users to search for a specific dish name, which can be inconvenient and time-consuming when they do not already know what they want to cook. This may result in inefficient use of available ingredients, increased food wastage, and difficulty in making quick cooking decisions.</a:t>
            </a:r>
          </a:p>
          <a:p>
            <a:endParaRPr lang="en-US" sz="2200" dirty="0"/>
          </a:p>
          <a:p>
            <a:r>
              <a:rPr lang="en-US" sz="2200" dirty="0"/>
              <a:t>The Smart Recipe Discovery System addresses this problem by allowing users to search for recipes using the ingredients they already have or through simple keywords. The system identifies relevant recipes and helps users explore different meal options without manually browsing through a large collection. It aims to make recipe discovery faster and more convenient while encouraging better utilization of available ingredients, reducing wastage, and simplifying everyday meal planning.</a:t>
            </a:r>
            <a:endParaRPr lang="en-IN" sz="2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7" y="744187"/>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0" y="716479"/>
            <a:ext cx="6871855" cy="584775"/>
          </a:xfrm>
          <a:prstGeom prst="rect">
            <a:avLst/>
          </a:prstGeom>
          <a:noFill/>
        </p:spPr>
        <p:txBody>
          <a:bodyPr wrap="square" rtlCol="0">
            <a:spAutoFit/>
          </a:bodyPr>
          <a:lstStyle/>
          <a:p>
            <a:pPr algn="ctr"/>
            <a:r>
              <a:rPr lang="en-US" sz="3200" b="1" dirty="0">
                <a:solidFill>
                  <a:schemeClr val="bg1"/>
                </a:solidFill>
              </a:rPr>
              <a:t>Literature Survey</a:t>
            </a:r>
          </a:p>
        </p:txBody>
      </p:sp>
      <p:graphicFrame>
        <p:nvGraphicFramePr>
          <p:cNvPr id="4" name="Table 3">
            <a:extLst>
              <a:ext uri="{FF2B5EF4-FFF2-40B4-BE49-F238E27FC236}">
                <a16:creationId xmlns:a16="http://schemas.microsoft.com/office/drawing/2014/main" id="{679EE800-5FD5-8BFF-9A47-C592EC174083}"/>
              </a:ext>
            </a:extLst>
          </p:cNvPr>
          <p:cNvGraphicFramePr>
            <a:graphicFrameLocks noGrp="1"/>
          </p:cNvGraphicFramePr>
          <p:nvPr>
            <p:extLst>
              <p:ext uri="{D42A27DB-BD31-4B8C-83A1-F6EECF244321}">
                <p14:modId xmlns:p14="http://schemas.microsoft.com/office/powerpoint/2010/main" val="3371367493"/>
              </p:ext>
            </p:extLst>
          </p:nvPr>
        </p:nvGraphicFramePr>
        <p:xfrm>
          <a:off x="2031997" y="1979298"/>
          <a:ext cx="8127999" cy="3505200"/>
        </p:xfrm>
        <a:graphic>
          <a:graphicData uri="http://schemas.openxmlformats.org/drawingml/2006/table">
            <a:tbl>
              <a:tblPr firstRow="1" bandRow="1">
                <a:tableStyleId>{8799B23B-EC83-4686-B30A-512413B5E67A}</a:tableStyleId>
              </a:tblPr>
              <a:tblGrid>
                <a:gridCol w="2709333">
                  <a:extLst>
                    <a:ext uri="{9D8B030D-6E8A-4147-A177-3AD203B41FA5}">
                      <a16:colId xmlns:a16="http://schemas.microsoft.com/office/drawing/2014/main" val="236081660"/>
                    </a:ext>
                  </a:extLst>
                </a:gridCol>
                <a:gridCol w="2709333">
                  <a:extLst>
                    <a:ext uri="{9D8B030D-6E8A-4147-A177-3AD203B41FA5}">
                      <a16:colId xmlns:a16="http://schemas.microsoft.com/office/drawing/2014/main" val="785430312"/>
                    </a:ext>
                  </a:extLst>
                </a:gridCol>
                <a:gridCol w="2709333">
                  <a:extLst>
                    <a:ext uri="{9D8B030D-6E8A-4147-A177-3AD203B41FA5}">
                      <a16:colId xmlns:a16="http://schemas.microsoft.com/office/drawing/2014/main" val="1484830773"/>
                    </a:ext>
                  </a:extLst>
                </a:gridCol>
              </a:tblGrid>
              <a:tr h="370840">
                <a:tc>
                  <a:txBody>
                    <a:bodyPr/>
                    <a:lstStyle/>
                    <a:p>
                      <a:pPr>
                        <a:buNone/>
                      </a:pPr>
                      <a:r>
                        <a:rPr lang="en-IN" sz="2000" dirty="0"/>
                        <a:t>Existing approach</a:t>
                      </a:r>
                    </a:p>
                  </a:txBody>
                  <a:tcPr anchor="ctr"/>
                </a:tc>
                <a:tc>
                  <a:txBody>
                    <a:bodyPr/>
                    <a:lstStyle/>
                    <a:p>
                      <a:pPr>
                        <a:buNone/>
                      </a:pPr>
                      <a:r>
                        <a:rPr lang="en-IN" sz="2000"/>
                        <a:t>Limitation</a:t>
                      </a:r>
                    </a:p>
                  </a:txBody>
                  <a:tcPr anchor="ctr"/>
                </a:tc>
                <a:tc>
                  <a:txBody>
                    <a:bodyPr/>
                    <a:lstStyle/>
                    <a:p>
                      <a:pPr>
                        <a:buNone/>
                      </a:pPr>
                      <a:r>
                        <a:rPr lang="en-IN" sz="2000"/>
                        <a:t>Proposed approach</a:t>
                      </a:r>
                    </a:p>
                  </a:txBody>
                  <a:tcPr anchor="ctr"/>
                </a:tc>
                <a:extLst>
                  <a:ext uri="{0D108BD9-81ED-4DB2-BD59-A6C34878D82A}">
                    <a16:rowId xmlns:a16="http://schemas.microsoft.com/office/drawing/2014/main" val="3151158629"/>
                  </a:ext>
                </a:extLst>
              </a:tr>
              <a:tr h="370840">
                <a:tc>
                  <a:txBody>
                    <a:bodyPr/>
                    <a:lstStyle/>
                    <a:p>
                      <a:pPr>
                        <a:buNone/>
                      </a:pPr>
                      <a:r>
                        <a:rPr lang="en-IN" sz="2000" dirty="0"/>
                        <a:t>Dish-name based recipe search</a:t>
                      </a:r>
                    </a:p>
                  </a:txBody>
                  <a:tcPr anchor="ctr"/>
                </a:tc>
                <a:tc>
                  <a:txBody>
                    <a:bodyPr/>
                    <a:lstStyle/>
                    <a:p>
                      <a:pPr>
                        <a:buNone/>
                      </a:pPr>
                      <a:r>
                        <a:rPr lang="en-IN" sz="2000"/>
                        <a:t>User must already know what dish they want</a:t>
                      </a:r>
                    </a:p>
                  </a:txBody>
                  <a:tcPr anchor="ctr"/>
                </a:tc>
                <a:tc>
                  <a:txBody>
                    <a:bodyPr/>
                    <a:lstStyle/>
                    <a:p>
                      <a:pPr>
                        <a:buNone/>
                      </a:pPr>
                      <a:r>
                        <a:rPr lang="en-IN" sz="2000"/>
                        <a:t>Search using available ingredients</a:t>
                      </a:r>
                    </a:p>
                  </a:txBody>
                  <a:tcPr anchor="ctr"/>
                </a:tc>
                <a:extLst>
                  <a:ext uri="{0D108BD9-81ED-4DB2-BD59-A6C34878D82A}">
                    <a16:rowId xmlns:a16="http://schemas.microsoft.com/office/drawing/2014/main" val="115137070"/>
                  </a:ext>
                </a:extLst>
              </a:tr>
              <a:tr h="370840">
                <a:tc>
                  <a:txBody>
                    <a:bodyPr/>
                    <a:lstStyle/>
                    <a:p>
                      <a:pPr>
                        <a:buNone/>
                      </a:pPr>
                      <a:r>
                        <a:rPr lang="en-IN" sz="2000"/>
                        <a:t>Manual browsing through recipes</a:t>
                      </a:r>
                    </a:p>
                  </a:txBody>
                  <a:tcPr anchor="ctr"/>
                </a:tc>
                <a:tc>
                  <a:txBody>
                    <a:bodyPr/>
                    <a:lstStyle/>
                    <a:p>
                      <a:pPr>
                        <a:buNone/>
                      </a:pPr>
                      <a:r>
                        <a:rPr lang="en-IN" sz="2000"/>
                        <a:t>Time-consuming</a:t>
                      </a:r>
                    </a:p>
                  </a:txBody>
                  <a:tcPr anchor="ctr"/>
                </a:tc>
                <a:tc>
                  <a:txBody>
                    <a:bodyPr/>
                    <a:lstStyle/>
                    <a:p>
                      <a:pPr>
                        <a:buNone/>
                      </a:pPr>
                      <a:r>
                        <a:rPr lang="en-IN" sz="2000"/>
                        <a:t>Relevant recipes suggested automatically</a:t>
                      </a:r>
                    </a:p>
                  </a:txBody>
                  <a:tcPr anchor="ctr"/>
                </a:tc>
                <a:extLst>
                  <a:ext uri="{0D108BD9-81ED-4DB2-BD59-A6C34878D82A}">
                    <a16:rowId xmlns:a16="http://schemas.microsoft.com/office/drawing/2014/main" val="3174758721"/>
                  </a:ext>
                </a:extLst>
              </a:tr>
              <a:tr h="370840">
                <a:tc>
                  <a:txBody>
                    <a:bodyPr/>
                    <a:lstStyle/>
                    <a:p>
                      <a:pPr>
                        <a:buNone/>
                      </a:pPr>
                      <a:r>
                        <a:rPr lang="en-IN" sz="2000"/>
                        <a:t>Basic recipe search</a:t>
                      </a:r>
                    </a:p>
                  </a:txBody>
                  <a:tcPr anchor="ctr"/>
                </a:tc>
                <a:tc>
                  <a:txBody>
                    <a:bodyPr/>
                    <a:lstStyle/>
                    <a:p>
                      <a:pPr>
                        <a:buNone/>
                      </a:pPr>
                      <a:r>
                        <a:rPr lang="en-IN" sz="2000" dirty="0"/>
                        <a:t>Limited personalization</a:t>
                      </a:r>
                    </a:p>
                  </a:txBody>
                  <a:tcPr anchor="ctr"/>
                </a:tc>
                <a:tc>
                  <a:txBody>
                    <a:bodyPr/>
                    <a:lstStyle/>
                    <a:p>
                      <a:pPr>
                        <a:buNone/>
                      </a:pPr>
                      <a:r>
                        <a:rPr lang="en-IN" sz="2000"/>
                        <a:t>Filters based on cuisine, time, difficulty and diet</a:t>
                      </a:r>
                    </a:p>
                  </a:txBody>
                  <a:tcPr anchor="ctr"/>
                </a:tc>
                <a:extLst>
                  <a:ext uri="{0D108BD9-81ED-4DB2-BD59-A6C34878D82A}">
                    <a16:rowId xmlns:a16="http://schemas.microsoft.com/office/drawing/2014/main" val="737285880"/>
                  </a:ext>
                </a:extLst>
              </a:tr>
              <a:tr h="370840">
                <a:tc>
                  <a:txBody>
                    <a:bodyPr/>
                    <a:lstStyle/>
                    <a:p>
                      <a:pPr>
                        <a:buNone/>
                      </a:pPr>
                      <a:r>
                        <a:rPr lang="en-IN" sz="2000"/>
                        <a:t>Searching individual recipes</a:t>
                      </a:r>
                    </a:p>
                  </a:txBody>
                  <a:tcPr anchor="ctr"/>
                </a:tc>
                <a:tc>
                  <a:txBody>
                    <a:bodyPr/>
                    <a:lstStyle/>
                    <a:p>
                      <a:pPr>
                        <a:buNone/>
                      </a:pPr>
                      <a:r>
                        <a:rPr lang="en-IN" sz="2000"/>
                        <a:t>Difficult to utilize leftover ingredients</a:t>
                      </a:r>
                    </a:p>
                  </a:txBody>
                  <a:tcPr anchor="ctr"/>
                </a:tc>
                <a:tc>
                  <a:txBody>
                    <a:bodyPr/>
                    <a:lstStyle/>
                    <a:p>
                      <a:pPr>
                        <a:buNone/>
                      </a:pPr>
                      <a:r>
                        <a:rPr lang="en-IN" sz="2000" dirty="0"/>
                        <a:t>Ingredient-based discovery helps reduce wastage</a:t>
                      </a:r>
                    </a:p>
                  </a:txBody>
                  <a:tcPr anchor="ctr"/>
                </a:tc>
                <a:extLst>
                  <a:ext uri="{0D108BD9-81ED-4DB2-BD59-A6C34878D82A}">
                    <a16:rowId xmlns:a16="http://schemas.microsoft.com/office/drawing/2014/main" val="4254922707"/>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2660072" y="491983"/>
            <a:ext cx="6723625" cy="65579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563004"/>
            <a:ext cx="6871855" cy="584775"/>
          </a:xfrm>
          <a:prstGeom prst="rect">
            <a:avLst/>
          </a:prstGeom>
          <a:noFill/>
        </p:spPr>
        <p:txBody>
          <a:bodyPr wrap="square" rtlCol="0">
            <a:spAutoFit/>
          </a:bodyPr>
          <a:lstStyle/>
          <a:p>
            <a:pPr algn="ctr"/>
            <a:r>
              <a:rPr lang="en-US" sz="3200" b="1" dirty="0">
                <a:solidFill>
                  <a:schemeClr val="bg1"/>
                </a:solidFill>
              </a:rPr>
              <a:t>Problem Statement and Objectives</a:t>
            </a:r>
          </a:p>
        </p:txBody>
      </p:sp>
      <p:sp>
        <p:nvSpPr>
          <p:cNvPr id="5" name="TextBox 4">
            <a:extLst>
              <a:ext uri="{FF2B5EF4-FFF2-40B4-BE49-F238E27FC236}">
                <a16:creationId xmlns:a16="http://schemas.microsoft.com/office/drawing/2014/main" id="{363F4D7D-A46A-25D7-1044-BABB891E0B8B}"/>
              </a:ext>
            </a:extLst>
          </p:cNvPr>
          <p:cNvSpPr txBox="1"/>
          <p:nvPr/>
        </p:nvSpPr>
        <p:spPr>
          <a:xfrm>
            <a:off x="535484" y="1555237"/>
            <a:ext cx="10972799" cy="4154984"/>
          </a:xfrm>
          <a:prstGeom prst="rect">
            <a:avLst/>
          </a:prstGeom>
          <a:noFill/>
        </p:spPr>
        <p:txBody>
          <a:bodyPr wrap="square">
            <a:spAutoFit/>
          </a:bodyPr>
          <a:lstStyle/>
          <a:p>
            <a:pPr marL="0" indent="0">
              <a:buNone/>
            </a:pPr>
            <a:r>
              <a:rPr lang="en-IN" sz="2400" dirty="0">
                <a:latin typeface="Times New Roman" panose="02020603050405020304" pitchFamily="18" charset="0"/>
                <a:cs typeface="Times New Roman" panose="02020603050405020304" pitchFamily="18" charset="0"/>
              </a:rPr>
              <a:t>Many users face difficulty in identifying suitable recipes using the ingredients available at home. Existing recipe platforms primarily rely on searching by dish names, making it inconvenient for users who are unsure of what to cook.</a:t>
            </a:r>
          </a:p>
          <a:p>
            <a:pPr marL="0" indent="0">
              <a:buNone/>
            </a:pPr>
            <a:r>
              <a:rPr lang="en-IN" sz="2400" dirty="0">
                <a:latin typeface="Times New Roman" panose="02020603050405020304" pitchFamily="18" charset="0"/>
                <a:cs typeface="Times New Roman" panose="02020603050405020304" pitchFamily="18" charset="0"/>
              </a:rPr>
              <a:t> This leads to:</a:t>
            </a:r>
          </a:p>
          <a:p>
            <a:pPr marL="342900" lvl="0" indent="-342900">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Inefficient use of available ingredients</a:t>
            </a:r>
          </a:p>
          <a:p>
            <a:pPr marL="342900" lvl="0" indent="-342900">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Increased food wastage</a:t>
            </a:r>
          </a:p>
          <a:p>
            <a:pPr marL="342900" lvl="0" indent="-342900">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Time-consuming browsing and decision-making</a:t>
            </a:r>
          </a:p>
          <a:p>
            <a:pPr marL="342900" lvl="0" indent="-342900">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Lack of personalized recommendations</a:t>
            </a:r>
          </a:p>
          <a:p>
            <a:pPr marL="0" lvl="0" indent="0">
              <a:buNone/>
            </a:pP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There is a need for an intelligent system that simplifies recipe discovery based on real-time user needs.</a:t>
            </a:r>
          </a:p>
        </p:txBody>
      </p:sp>
    </p:spTree>
    <p:extLst>
      <p:ext uri="{BB962C8B-B14F-4D97-AF65-F5344CB8AC3E}">
        <p14:creationId xmlns:p14="http://schemas.microsoft.com/office/powerpoint/2010/main" val="34410266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316928"/>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289220"/>
            <a:ext cx="6871855" cy="584775"/>
          </a:xfrm>
          <a:prstGeom prst="rect">
            <a:avLst/>
          </a:prstGeom>
          <a:noFill/>
        </p:spPr>
        <p:txBody>
          <a:bodyPr wrap="square" rtlCol="0">
            <a:spAutoFit/>
          </a:bodyPr>
          <a:lstStyle/>
          <a:p>
            <a:pPr algn="ctr"/>
            <a:r>
              <a:rPr lang="en-US" sz="3200" b="1" dirty="0">
                <a:solidFill>
                  <a:schemeClr val="bg1"/>
                </a:solidFill>
              </a:rPr>
              <a:t>Flow Chart</a:t>
            </a:r>
          </a:p>
        </p:txBody>
      </p:sp>
      <p:pic>
        <p:nvPicPr>
          <p:cNvPr id="5" name="Picture 4">
            <a:extLst>
              <a:ext uri="{FF2B5EF4-FFF2-40B4-BE49-F238E27FC236}">
                <a16:creationId xmlns:a16="http://schemas.microsoft.com/office/drawing/2014/main" id="{176D001E-2FBF-9DD6-5E7B-5399FA4972D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46818" y="1188616"/>
            <a:ext cx="7631663" cy="508777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593039" y="6788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517002" y="651165"/>
            <a:ext cx="6871855" cy="584775"/>
          </a:xfrm>
          <a:prstGeom prst="rect">
            <a:avLst/>
          </a:prstGeom>
          <a:noFill/>
        </p:spPr>
        <p:txBody>
          <a:bodyPr wrap="square" rtlCol="0">
            <a:spAutoFit/>
          </a:bodyPr>
          <a:lstStyle/>
          <a:p>
            <a:pPr algn="ctr"/>
            <a:r>
              <a:rPr lang="en-US" sz="3200" b="1" kern="0" dirty="0">
                <a:solidFill>
                  <a:schemeClr val="bg1"/>
                </a:solidFill>
                <a:effectLst/>
                <a:ea typeface="Times New Roman" panose="02020603050405020304" pitchFamily="18" charset="0"/>
              </a:rPr>
              <a:t>Results</a:t>
            </a:r>
            <a:endParaRPr lang="en-US" sz="3200" b="1" dirty="0">
              <a:solidFill>
                <a:schemeClr val="bg1"/>
              </a:solidFill>
            </a:endParaRPr>
          </a:p>
        </p:txBody>
      </p:sp>
      <p:pic>
        <p:nvPicPr>
          <p:cNvPr id="6" name="Picture 5">
            <a:extLst>
              <a:ext uri="{FF2B5EF4-FFF2-40B4-BE49-F238E27FC236}">
                <a16:creationId xmlns:a16="http://schemas.microsoft.com/office/drawing/2014/main" id="{8F1E0718-BD19-2DE8-58AB-F180E8527995}"/>
              </a:ext>
            </a:extLst>
          </p:cNvPr>
          <p:cNvPicPr>
            <a:picLocks noChangeAspect="1"/>
          </p:cNvPicPr>
          <p:nvPr/>
        </p:nvPicPr>
        <p:blipFill>
          <a:blip r:embed="rId2"/>
          <a:stretch>
            <a:fillRect/>
          </a:stretch>
        </p:blipFill>
        <p:spPr>
          <a:xfrm>
            <a:off x="193187" y="1575212"/>
            <a:ext cx="4040820" cy="2241009"/>
          </a:xfrm>
          <a:prstGeom prst="rect">
            <a:avLst/>
          </a:prstGeom>
        </p:spPr>
      </p:pic>
      <p:pic>
        <p:nvPicPr>
          <p:cNvPr id="8" name="Picture 7">
            <a:extLst>
              <a:ext uri="{FF2B5EF4-FFF2-40B4-BE49-F238E27FC236}">
                <a16:creationId xmlns:a16="http://schemas.microsoft.com/office/drawing/2014/main" id="{C8DDA6BC-53BE-BF0A-6CBC-FB1D460B56D6}"/>
              </a:ext>
            </a:extLst>
          </p:cNvPr>
          <p:cNvPicPr>
            <a:picLocks noChangeAspect="1"/>
          </p:cNvPicPr>
          <p:nvPr/>
        </p:nvPicPr>
        <p:blipFill>
          <a:blip r:embed="rId3"/>
          <a:stretch>
            <a:fillRect/>
          </a:stretch>
        </p:blipFill>
        <p:spPr>
          <a:xfrm>
            <a:off x="4379569" y="1575212"/>
            <a:ext cx="3562767" cy="4396380"/>
          </a:xfrm>
          <a:prstGeom prst="rect">
            <a:avLst/>
          </a:prstGeom>
        </p:spPr>
      </p:pic>
      <p:pic>
        <p:nvPicPr>
          <p:cNvPr id="10" name="Picture 9">
            <a:extLst>
              <a:ext uri="{FF2B5EF4-FFF2-40B4-BE49-F238E27FC236}">
                <a16:creationId xmlns:a16="http://schemas.microsoft.com/office/drawing/2014/main" id="{53B6B32C-05C9-C880-C061-9D49B2E7CBEC}"/>
              </a:ext>
            </a:extLst>
          </p:cNvPr>
          <p:cNvPicPr>
            <a:picLocks noChangeAspect="1"/>
          </p:cNvPicPr>
          <p:nvPr/>
        </p:nvPicPr>
        <p:blipFill>
          <a:blip r:embed="rId4"/>
          <a:stretch>
            <a:fillRect/>
          </a:stretch>
        </p:blipFill>
        <p:spPr>
          <a:xfrm>
            <a:off x="8087898" y="1575212"/>
            <a:ext cx="3689720" cy="4353562"/>
          </a:xfrm>
          <a:prstGeom prst="rect">
            <a:avLst/>
          </a:prstGeom>
        </p:spPr>
      </p:pic>
    </p:spTree>
    <p:extLst>
      <p:ext uri="{BB962C8B-B14F-4D97-AF65-F5344CB8AC3E}">
        <p14:creationId xmlns:p14="http://schemas.microsoft.com/office/powerpoint/2010/main" val="1060922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095D0D-67A9-3D7B-954B-665C3585F1D6}"/>
              </a:ext>
            </a:extLst>
          </p:cNvPr>
          <p:cNvPicPr>
            <a:picLocks noChangeAspect="1"/>
          </p:cNvPicPr>
          <p:nvPr/>
        </p:nvPicPr>
        <p:blipFill>
          <a:blip r:embed="rId2"/>
          <a:stretch>
            <a:fillRect/>
          </a:stretch>
        </p:blipFill>
        <p:spPr>
          <a:xfrm>
            <a:off x="1294087" y="1281634"/>
            <a:ext cx="4343336" cy="4297617"/>
          </a:xfrm>
          <a:prstGeom prst="rect">
            <a:avLst/>
          </a:prstGeom>
        </p:spPr>
      </p:pic>
      <p:pic>
        <p:nvPicPr>
          <p:cNvPr id="7" name="Picture 6">
            <a:extLst>
              <a:ext uri="{FF2B5EF4-FFF2-40B4-BE49-F238E27FC236}">
                <a16:creationId xmlns:a16="http://schemas.microsoft.com/office/drawing/2014/main" id="{8DD40AED-6F5E-42E4-63C2-CAF14D4035F8}"/>
              </a:ext>
            </a:extLst>
          </p:cNvPr>
          <p:cNvPicPr>
            <a:picLocks noChangeAspect="1"/>
          </p:cNvPicPr>
          <p:nvPr/>
        </p:nvPicPr>
        <p:blipFill>
          <a:blip r:embed="rId3"/>
          <a:stretch>
            <a:fillRect/>
          </a:stretch>
        </p:blipFill>
        <p:spPr>
          <a:xfrm>
            <a:off x="6444171" y="1281634"/>
            <a:ext cx="4453742" cy="4311412"/>
          </a:xfrm>
          <a:prstGeom prst="rect">
            <a:avLst/>
          </a:prstGeom>
        </p:spPr>
      </p:pic>
    </p:spTree>
    <p:extLst>
      <p:ext uri="{BB962C8B-B14F-4D97-AF65-F5344CB8AC3E}">
        <p14:creationId xmlns:p14="http://schemas.microsoft.com/office/powerpoint/2010/main" val="18679928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CBB99B6-1DB3-AB7F-0FB4-F5AB1867FF5E}"/>
              </a:ext>
            </a:extLst>
          </p:cNvPr>
          <p:cNvPicPr>
            <a:picLocks noChangeAspect="1"/>
          </p:cNvPicPr>
          <p:nvPr/>
        </p:nvPicPr>
        <p:blipFill>
          <a:blip r:embed="rId2"/>
          <a:stretch>
            <a:fillRect/>
          </a:stretch>
        </p:blipFill>
        <p:spPr>
          <a:xfrm>
            <a:off x="509255" y="950918"/>
            <a:ext cx="4511431" cy="4214225"/>
          </a:xfrm>
          <a:prstGeom prst="rect">
            <a:avLst/>
          </a:prstGeom>
        </p:spPr>
      </p:pic>
      <p:pic>
        <p:nvPicPr>
          <p:cNvPr id="5" name="Picture 4">
            <a:extLst>
              <a:ext uri="{FF2B5EF4-FFF2-40B4-BE49-F238E27FC236}">
                <a16:creationId xmlns:a16="http://schemas.microsoft.com/office/drawing/2014/main" id="{405A3215-3A3B-AF07-1AA0-498F844EB7E9}"/>
              </a:ext>
            </a:extLst>
          </p:cNvPr>
          <p:cNvPicPr>
            <a:picLocks noChangeAspect="1"/>
          </p:cNvPicPr>
          <p:nvPr/>
        </p:nvPicPr>
        <p:blipFill>
          <a:blip r:embed="rId3"/>
          <a:stretch>
            <a:fillRect/>
          </a:stretch>
        </p:blipFill>
        <p:spPr>
          <a:xfrm>
            <a:off x="6096000" y="950918"/>
            <a:ext cx="5046348" cy="4119468"/>
          </a:xfrm>
          <a:prstGeom prst="rect">
            <a:avLst/>
          </a:prstGeom>
        </p:spPr>
      </p:pic>
      <p:pic>
        <p:nvPicPr>
          <p:cNvPr id="7" name="Picture 6">
            <a:extLst>
              <a:ext uri="{FF2B5EF4-FFF2-40B4-BE49-F238E27FC236}">
                <a16:creationId xmlns:a16="http://schemas.microsoft.com/office/drawing/2014/main" id="{28576295-0065-416D-68DB-E312A33D22B3}"/>
              </a:ext>
            </a:extLst>
          </p:cNvPr>
          <p:cNvPicPr>
            <a:picLocks noChangeAspect="1"/>
          </p:cNvPicPr>
          <p:nvPr/>
        </p:nvPicPr>
        <p:blipFill>
          <a:blip r:embed="rId4"/>
          <a:stretch>
            <a:fillRect/>
          </a:stretch>
        </p:blipFill>
        <p:spPr>
          <a:xfrm>
            <a:off x="3208067" y="5233440"/>
            <a:ext cx="4760276" cy="1483876"/>
          </a:xfrm>
          <a:prstGeom prst="rect">
            <a:avLst/>
          </a:prstGeom>
        </p:spPr>
      </p:pic>
    </p:spTree>
    <p:extLst>
      <p:ext uri="{BB962C8B-B14F-4D97-AF65-F5344CB8AC3E}">
        <p14:creationId xmlns:p14="http://schemas.microsoft.com/office/powerpoint/2010/main" val="23634977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057213" y="737899"/>
            <a:ext cx="6419945" cy="60395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950681" y="778264"/>
            <a:ext cx="6871855" cy="523220"/>
          </a:xfrm>
          <a:prstGeom prst="rect">
            <a:avLst/>
          </a:prstGeom>
          <a:noFill/>
        </p:spPr>
        <p:txBody>
          <a:bodyPr wrap="square" rtlCol="0">
            <a:spAutoFit/>
          </a:bodyPr>
          <a:lstStyle/>
          <a:p>
            <a:pPr algn="ctr"/>
            <a:r>
              <a:rPr lang="en-US" sz="2800" b="1" kern="0" dirty="0">
                <a:solidFill>
                  <a:schemeClr val="bg1"/>
                </a:solidFill>
                <a:effectLst/>
                <a:ea typeface="Times New Roman" panose="02020603050405020304" pitchFamily="18" charset="0"/>
              </a:rPr>
              <a:t>Hardware and Software requirements</a:t>
            </a:r>
            <a:endParaRPr lang="en-US" sz="2800" b="1" dirty="0">
              <a:solidFill>
                <a:schemeClr val="bg1"/>
              </a:solidFill>
            </a:endParaRPr>
          </a:p>
        </p:txBody>
      </p:sp>
      <p:sp>
        <p:nvSpPr>
          <p:cNvPr id="5" name="TextBox 4">
            <a:extLst>
              <a:ext uri="{FF2B5EF4-FFF2-40B4-BE49-F238E27FC236}">
                <a16:creationId xmlns:a16="http://schemas.microsoft.com/office/drawing/2014/main" id="{4CE6F2A2-89B1-EFF9-1CA3-BC4073EDA41D}"/>
              </a:ext>
            </a:extLst>
          </p:cNvPr>
          <p:cNvSpPr txBox="1"/>
          <p:nvPr/>
        </p:nvSpPr>
        <p:spPr>
          <a:xfrm>
            <a:off x="1957095" y="2120597"/>
            <a:ext cx="7370917" cy="4154984"/>
          </a:xfrm>
          <a:prstGeom prst="rect">
            <a:avLst/>
          </a:prstGeom>
          <a:noFill/>
        </p:spPr>
        <p:txBody>
          <a:bodyPr wrap="square">
            <a:spAutoFit/>
          </a:bodyPr>
          <a:lstStyle/>
          <a:p>
            <a:pPr marL="342900" indent="-342900">
              <a:buFont typeface="Arial" panose="020B0604020202020204" pitchFamily="34" charset="0"/>
              <a:buChar char="•"/>
            </a:pPr>
            <a:r>
              <a:rPr lang="en-IN" sz="2200" dirty="0"/>
              <a:t>Hardware Requirements</a:t>
            </a:r>
          </a:p>
          <a:p>
            <a:r>
              <a:rPr lang="en-IN" sz="2200" dirty="0"/>
              <a:t>Laptop/Desktop</a:t>
            </a:r>
          </a:p>
          <a:p>
            <a:r>
              <a:rPr lang="en-IN" sz="2200" dirty="0"/>
              <a:t>Minimum 4 GB RAM</a:t>
            </a:r>
          </a:p>
          <a:p>
            <a:r>
              <a:rPr lang="en-IN" sz="2200" dirty="0"/>
              <a:t>Sufficient storage for the recipe dataset</a:t>
            </a:r>
          </a:p>
          <a:p>
            <a:r>
              <a:rPr lang="en-IN" sz="2200" dirty="0"/>
              <a:t>Keyboard/monitor for user interaction</a:t>
            </a:r>
          </a:p>
          <a:p>
            <a:endParaRPr lang="en-IN" sz="2200" dirty="0"/>
          </a:p>
          <a:p>
            <a:pPr marL="342900" indent="-342900">
              <a:buFont typeface="Arial" panose="020B0604020202020204" pitchFamily="34" charset="0"/>
              <a:buChar char="•"/>
            </a:pPr>
            <a:r>
              <a:rPr lang="en-IN" sz="2200" dirty="0"/>
              <a:t>Software Requirements</a:t>
            </a:r>
          </a:p>
          <a:p>
            <a:r>
              <a:rPr lang="en-IN" sz="2200" dirty="0"/>
              <a:t>Programming Language: Java</a:t>
            </a:r>
          </a:p>
          <a:p>
            <a:r>
              <a:rPr lang="en-IN" sz="2200" dirty="0"/>
              <a:t>IDE: VS Code / IntelliJ IDEA / Eclipse</a:t>
            </a:r>
          </a:p>
          <a:p>
            <a:r>
              <a:rPr lang="en-IN" sz="2200" dirty="0"/>
              <a:t>Data Source: Recipe dataset / text or CSV files</a:t>
            </a:r>
          </a:p>
          <a:p>
            <a:r>
              <a:rPr lang="en-IN" sz="2200" dirty="0"/>
              <a:t>DSA: Java implementations of searching and similarity algorithms</a:t>
            </a:r>
          </a:p>
        </p:txBody>
      </p:sp>
    </p:spTree>
    <p:extLst>
      <p:ext uri="{BB962C8B-B14F-4D97-AF65-F5344CB8AC3E}">
        <p14:creationId xmlns:p14="http://schemas.microsoft.com/office/powerpoint/2010/main" val="22927509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604228"/>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570458"/>
            <a:ext cx="6871855" cy="584775"/>
          </a:xfrm>
          <a:prstGeom prst="rect">
            <a:avLst/>
          </a:prstGeom>
          <a:noFill/>
        </p:spPr>
        <p:txBody>
          <a:bodyPr wrap="square" rtlCol="0">
            <a:spAutoFit/>
          </a:bodyPr>
          <a:lstStyle/>
          <a:p>
            <a:pPr algn="ctr"/>
            <a:r>
              <a:rPr lang="en-US" sz="3200" b="1" dirty="0">
                <a:solidFill>
                  <a:schemeClr val="bg1"/>
                </a:solidFill>
              </a:rPr>
              <a:t>Conclusion</a:t>
            </a:r>
          </a:p>
        </p:txBody>
      </p:sp>
      <p:sp>
        <p:nvSpPr>
          <p:cNvPr id="5" name="TextBox 4">
            <a:extLst>
              <a:ext uri="{FF2B5EF4-FFF2-40B4-BE49-F238E27FC236}">
                <a16:creationId xmlns:a16="http://schemas.microsoft.com/office/drawing/2014/main" id="{0D4A74BE-B8C8-F930-E4DC-783DA100709D}"/>
              </a:ext>
            </a:extLst>
          </p:cNvPr>
          <p:cNvSpPr txBox="1"/>
          <p:nvPr/>
        </p:nvSpPr>
        <p:spPr>
          <a:xfrm>
            <a:off x="214605" y="1684977"/>
            <a:ext cx="11719248" cy="4493538"/>
          </a:xfrm>
          <a:prstGeom prst="rect">
            <a:avLst/>
          </a:prstGeom>
          <a:noFill/>
        </p:spPr>
        <p:txBody>
          <a:bodyPr wrap="square">
            <a:spAutoFit/>
          </a:bodyPr>
          <a:lstStyle/>
          <a:p>
            <a:pPr algn="just"/>
            <a:r>
              <a:rPr lang="en-IN" sz="2200" dirty="0"/>
              <a:t>In conclusion, the </a:t>
            </a:r>
            <a:r>
              <a:rPr lang="en-IN" sz="2200" b="1" dirty="0"/>
              <a:t>Smart Recipe Discovery System Using Ingredients and Keywords</a:t>
            </a:r>
            <a:r>
              <a:rPr lang="en-IN" sz="2200" dirty="0"/>
              <a:t> is designed to make the process of finding suitable recipes easier, faster, and more efficient. Instead of requiring users to search for exact dish names, the system allows them to discover recipes based on the ingredients available at home or simple keywords. With features such as ingredient-based search, keyword-based search, smart filtering, auto-suggestions, personalized recommendations, </a:t>
            </a:r>
            <a:r>
              <a:rPr lang="en-IN" sz="2200" dirty="0" err="1"/>
              <a:t>favorite</a:t>
            </a:r>
            <a:r>
              <a:rPr lang="en-IN" sz="2200" dirty="0"/>
              <a:t> recipe saving, and step-by-step cooking instructions, the system provides a more convenient and user-friendly experience.</a:t>
            </a:r>
          </a:p>
          <a:p>
            <a:pPr algn="just"/>
            <a:r>
              <a:rPr lang="en-IN" sz="2200" dirty="0"/>
              <a:t>The proposed system can help users make better use of available ingredients, reduce food wastage, save time in deciding what to cook, and explore recipes according to their preferences. By combining intelligent search and personalized features, the project aims to provide a practical, scalable, and efficient solution for everyday cooking needs. Overall, the Smart Recipe Discovery System enhances the cooking experience by making recipe discovery smarter, more accessible, and more convenient for users.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7" y="750298"/>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2660070" y="682759"/>
            <a:ext cx="6871855" cy="584775"/>
          </a:xfrm>
          <a:prstGeom prst="rect">
            <a:avLst/>
          </a:prstGeom>
          <a:noFill/>
        </p:spPr>
        <p:txBody>
          <a:bodyPr wrap="square" rtlCol="0">
            <a:spAutoFit/>
          </a:bodyPr>
          <a:lstStyle/>
          <a:p>
            <a:pPr algn="ctr"/>
            <a:r>
              <a:rPr lang="en-US" sz="3200" b="1" dirty="0">
                <a:solidFill>
                  <a:schemeClr val="bg1"/>
                </a:solidFill>
              </a:rPr>
              <a:t> Future Scope</a:t>
            </a:r>
          </a:p>
        </p:txBody>
      </p:sp>
      <p:sp>
        <p:nvSpPr>
          <p:cNvPr id="5" name="TextBox 4">
            <a:extLst>
              <a:ext uri="{FF2B5EF4-FFF2-40B4-BE49-F238E27FC236}">
                <a16:creationId xmlns:a16="http://schemas.microsoft.com/office/drawing/2014/main" id="{804A255F-670E-E0D5-8C4F-D384699B5241}"/>
              </a:ext>
            </a:extLst>
          </p:cNvPr>
          <p:cNvSpPr txBox="1"/>
          <p:nvPr/>
        </p:nvSpPr>
        <p:spPr>
          <a:xfrm>
            <a:off x="754223" y="1774037"/>
            <a:ext cx="10683551" cy="3816429"/>
          </a:xfrm>
          <a:prstGeom prst="rect">
            <a:avLst/>
          </a:prstGeom>
          <a:noFill/>
        </p:spPr>
        <p:txBody>
          <a:bodyPr wrap="square">
            <a:spAutoFit/>
          </a:bodyPr>
          <a:lstStyle/>
          <a:p>
            <a:pPr>
              <a:buNone/>
            </a:pPr>
            <a:r>
              <a:rPr lang="en-IN" sz="2200" dirty="0"/>
              <a:t>In the future, the </a:t>
            </a:r>
            <a:r>
              <a:rPr lang="en-IN" sz="2200" b="1" dirty="0"/>
              <a:t>Smart Recipe Discovery System Using Ingredients and Keywords</a:t>
            </a:r>
            <a:r>
              <a:rPr lang="en-IN" sz="2200" dirty="0"/>
              <a:t> can be enhanced with more advanced and intelligent features. The system can include </a:t>
            </a:r>
            <a:r>
              <a:rPr lang="en-IN" sz="2200" b="1" dirty="0"/>
              <a:t>AI-based personalized recipe recommendations</a:t>
            </a:r>
            <a:r>
              <a:rPr lang="en-IN" sz="2200" dirty="0"/>
              <a:t> by </a:t>
            </a:r>
            <a:r>
              <a:rPr lang="en-IN" sz="2200" dirty="0" err="1"/>
              <a:t>analyzing</a:t>
            </a:r>
            <a:r>
              <a:rPr lang="en-IN" sz="2200" dirty="0"/>
              <a:t> users’ preferences, search history, and </a:t>
            </a:r>
            <a:r>
              <a:rPr lang="en-IN" sz="2200" dirty="0" err="1"/>
              <a:t>favorite</a:t>
            </a:r>
            <a:r>
              <a:rPr lang="en-IN" sz="2200" dirty="0"/>
              <a:t> recipes. It can also support </a:t>
            </a:r>
            <a:r>
              <a:rPr lang="en-IN" sz="2200" b="1" dirty="0"/>
              <a:t>image-based ingredient recognition</a:t>
            </a:r>
            <a:r>
              <a:rPr lang="en-IN" sz="2200" dirty="0"/>
              <a:t>, allowing users to upload a picture of available ingredients and receive suitable recipe suggestions.</a:t>
            </a:r>
          </a:p>
          <a:p>
            <a:pPr>
              <a:buNone/>
            </a:pPr>
            <a:endParaRPr lang="en-IN" sz="2200" dirty="0"/>
          </a:p>
          <a:p>
            <a:pPr>
              <a:buNone/>
            </a:pPr>
            <a:r>
              <a:rPr lang="en-IN" sz="2200" dirty="0"/>
              <a:t>Further improvements can include </a:t>
            </a:r>
            <a:r>
              <a:rPr lang="en-IN" sz="2200" b="1" dirty="0"/>
              <a:t>voice-based search</a:t>
            </a:r>
            <a:r>
              <a:rPr lang="en-IN" sz="2200" dirty="0"/>
              <a:t>, meal planning, nutrition and calorie information, shopping list generation, and integration with grocery delivery services. The system can also provide more accurate recommendations by considering dietary preferences and cooking time. These enhancements can make the platform more intelligent, interactive, scalable, and useful for everyday cooking needs.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474849" y="2395441"/>
            <a:ext cx="4946253" cy="135782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Thank you</a:t>
            </a:r>
          </a:p>
        </p:txBody>
      </p:sp>
    </p:spTree>
    <p:extLst>
      <p:ext uri="{BB962C8B-B14F-4D97-AF65-F5344CB8AC3E}">
        <p14:creationId xmlns:p14="http://schemas.microsoft.com/office/powerpoint/2010/main" val="13135434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144</TotalTime>
  <Words>877</Words>
  <Application>Microsoft Office PowerPoint</Application>
  <PresentationFormat>Widescreen</PresentationFormat>
  <Paragraphs>70</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Times New Roman</vt:lpstr>
      <vt:lpstr>Wingdings</vt:lpstr>
      <vt:lpstr>Office Theme</vt:lpstr>
      <vt:lpstr>       Data Structures and Algorithms -3 (25CS2103E)  Smart Recipe Discovery System Using                    Ingredients &amp; Keywords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Sirisha Devi</dc:creator>
  <cp:lastModifiedBy>Alluru Amulya</cp:lastModifiedBy>
  <cp:revision>19</cp:revision>
  <dcterms:created xsi:type="dcterms:W3CDTF">2024-08-29T05:25:00Z</dcterms:created>
  <dcterms:modified xsi:type="dcterms:W3CDTF">2026-08-29T05:44:33Z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FB2A1F042FC047C6B4D7E0BF0C20B2E9_13</vt:lpwstr>
  </property>
  <property fmtid="{D5CDD505-2E9C-101B-9397-08002B2CF9AE}" pid="3" name="KSOProductBuildVer">
    <vt:lpwstr>1033-12.2.0.23131</vt:lpwstr>
  </property>
</Properties>
</file>